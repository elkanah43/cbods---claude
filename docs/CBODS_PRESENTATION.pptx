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Greet the panel, give your name and project title, then the tagline. One breath, then move — the title slide earns you nothing; the next slide earns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stakes, then pivot fast from "not enough blood" to the sharper problem — *coordination*. Ghana collects blood, but willingness and need never meet through a system; they meet by phone. Say the last line looking at the panel: paper records cannot be audited, and untracked blood is unsafe blood. This sets up both your comparison slide and your TTI gate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you did your literature review. One sentence per system, then the gap in one line: NBSG is broadcast-first, BSIS is back-office, and the demand side — patients — appears in neither. Close with the positioning sentence from the prep doc: mobilisation, chain-of-custody, and connection are three different jobs; CBODS does the third and borrows the safety rules of the 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architecture to 20 seconds — panels care about decisions, not diagrams. Justify the monolith before anyone asks: Django's auth, CSRF, admin and migrations shrink the error surface, and server-rendered pages work well on the low-end devices a Ghanaian hospital actually has. Name the pattern that repeats through the system: the UI never has the final word — the service layer re-checks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happy path in donor order. Emphasise the one genuinely novel bit: booking is steered by live stock, so donors land where blood is scarcest — that inverts the usual "find any centre" model. On privacy, one line: the ID scan is uploaded once, streamed only through an admin-gated view — the media folder has no public route at all. Leave the audit point for slide 8; don't spend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slide no compared system has. Demonstrate depth with one example: an O− patient gets O− units or, if none, a denial that lists the compatible donors worth calling plus an automatic broadcast to matching available donors in the hospital's city. If you have time, mention that urgency is not a sort key but a *strategy switch* — emergency ranking puts ready-today donors above nearby-but-recent donors.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Your best new material — this is where you show you studied BSIS and then *built* its core safety idea. Explain the structural claim plainly: reserve and issue queries only ever see AVAILABLE bags, so an unscreened or reactive unit is unissuable everywhere at once. Mention the hard edges in one sentence: partial entries are refused, completed screenings are immutable, and a unit that clears after expiry is expired, never released.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engineering-credibility slide. Tell the race story in words: two staff accept two requests at the same moment; each reservation is locked, re-checked, and pinned to its own request, so the same bag can never satisfy both. Then the audit line: the log references entities loosely, so deleting the bag does not delete the evidence. If a panelist probes any claim here, you have the tests — say so and land slide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read the numbers — point at them. One sentence per line: the e2e test is the demo story automated; privacy is enforced in views and querysets, not promises; the notification stack fails soft because Ghanaian networks fail often. Offer the live demo here with the 90-second script from PANEL_PREP.md if the chairman allows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limits before the panel does — it converts attacks into agreements. One line each for the four next steps. Deliver the closing sentence from memory, pause two seconds, then: "Thank you — questions."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600" b="1">
                <a:solidFill>
                  <a:srgbClr val="FFFFFF"/>
                </a:solidFill>
              </a:rPr>
              <a:t>CBODS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>
                <a:solidFill>
                  <a:srgbClr val="F3DEE1"/>
                </a:solidFill>
              </a:rPr>
              <a:t>Centralised Blood &amp; Organ Donation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i="1">
                <a:solidFill>
                  <a:srgbClr val="F3DEE1"/>
                </a:solidFill>
              </a:rPr>
              <a:t>"From donor registration to a transfused unit — one audited system."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120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Your name · course · supervisor ·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Blood shortages kill: mothers, children with malaria, trauma victims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Coordination failures, not just shortages: the right group, at the right hospital, at the right hour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Donors are willing — nothing tells them </a:t>
            </a:r>
            <a:r>
              <a:rPr sz="2000" i="1">
                <a:solidFill>
                  <a:srgbClr val="222222"/>
                </a:solidFill>
              </a:rPr>
              <a:t>where they are needed today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Records live on paper; audit means memory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What exists, and 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NBSG (nbs.gov.gh):</a:t>
            </a:r>
            <a:r>
              <a:rPr sz="2000">
                <a:solidFill>
                  <a:srgbClr val="222222"/>
                </a:solidFill>
              </a:rPr>
              <a:t> educates, publishes schedules, books one centre — final answers happen in person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BSIS (Jembi/CDC):</a:t>
            </a:r>
            <a:r>
              <a:rPr sz="2000">
                <a:solidFill>
                  <a:srgbClr val="222222"/>
                </a:solidFill>
              </a:rPr>
              <a:t> tracks units </a:t>
            </a:r>
            <a:r>
              <a:rPr sz="2000" i="1">
                <a:solidFill>
                  <a:srgbClr val="222222"/>
                </a:solidFill>
              </a:rPr>
              <a:t>inside</a:t>
            </a:r>
            <a:r>
              <a:rPr sz="2000">
                <a:solidFill>
                  <a:srgbClr val="222222"/>
                </a:solidFill>
              </a:rPr>
              <a:t> the blood service — registration → testing → processing → distribution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Nobody connects</a:t>
            </a:r>
            <a:r>
              <a:rPr sz="2000">
                <a:solidFill>
                  <a:srgbClr val="222222"/>
                </a:solidFill>
              </a:rPr>
              <a:t> donor ↔ hospital stock ↔ patient request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CBODS = the missing connecting layer, </a:t>
            </a:r>
            <a:r>
              <a:rPr sz="2000" i="1">
                <a:solidFill>
                  <a:srgbClr val="222222"/>
                </a:solidFill>
              </a:rPr>
              <a:t>with</a:t>
            </a:r>
            <a:r>
              <a:rPr sz="2000">
                <a:solidFill>
                  <a:srgbClr val="222222"/>
                </a:solidFill>
              </a:rPr>
              <a:t> the lab gate modelled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What CBODS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Django 5 web platform · 8 apps · 12 models · server-rendered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Four roles: Donor · Patient · Hospital staff · Admin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Every consequential action: permission-checked → service-validated → audited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Deliberately a monolith: correctness first, small error surface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The donor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Register with government ID → admin approval → donor account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"Where to donate": live hospital directory </a:t>
            </a:r>
            <a:r>
              <a:rPr sz="2000" b="1">
                <a:solidFill>
                  <a:srgbClr val="222222"/>
                </a:solidFill>
              </a:rPr>
              <a:t>ranked by scarcity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Book where </a:t>
            </a:r>
            <a:r>
              <a:rPr sz="2000" i="1">
                <a:solidFill>
                  <a:srgbClr val="222222"/>
                </a:solidFill>
              </a:rPr>
              <a:t>your</a:t>
            </a:r>
            <a:r>
              <a:rPr sz="2000">
                <a:solidFill>
                  <a:srgbClr val="222222"/>
                </a:solidFill>
              </a:rPr>
              <a:t> group is short; staff confirm in-app; donor notified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Two-stage screening: stage 1 from records, stage 2 measured (Hb, BP)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The demand side: requests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Patient requests blood: group, units, urgency (routine / urgent / emergency)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ABO/Rh compatibility engine: exact data dict, enforced in services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No match? → denial </a:t>
            </a:r>
            <a:r>
              <a:rPr sz="2000" i="1">
                <a:solidFill>
                  <a:srgbClr val="222222"/>
                </a:solidFill>
              </a:rPr>
              <a:t>with alternatives</a:t>
            </a:r>
            <a:r>
              <a:rPr sz="2000">
                <a:solidFill>
                  <a:srgbClr val="222222"/>
                </a:solidFill>
              </a:rPr>
              <a:t> → emergency donor broadcast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Urgency changes strategy: emergencies chase donors who can give </a:t>
            </a:r>
            <a:r>
              <a:rPr sz="2000" i="1">
                <a:solidFill>
                  <a:srgbClr val="222222"/>
                </a:solidFill>
              </a:rPr>
              <a:t>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The laboratory gate: TTI screening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Every bag is born </a:t>
            </a:r>
            <a:r>
              <a:rPr sz="2000" b="1">
                <a:solidFill>
                  <a:srgbClr val="222222"/>
                </a:solidFill>
              </a:rPr>
              <a:t>UNTESTED</a:t>
            </a:r>
            <a:r>
              <a:rPr sz="2000">
                <a:solidFill>
                  <a:srgbClr val="222222"/>
                </a:solidFill>
              </a:rPr>
              <a:t> — invisible to the stock pool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Lab enters 4 markers: HIV · hepatitis B · hepatitis C · syphilis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All non-reactive → AVAILABLE → reservable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Any reactive → DISCARDED, reason recorded, donor guided to counselling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The gate is </a:t>
            </a:r>
            <a:r>
              <a:rPr sz="2000" i="1">
                <a:solidFill>
                  <a:srgbClr val="222222"/>
                </a:solidFill>
              </a:rPr>
              <a:t>structural</a:t>
            </a:r>
            <a:r>
              <a:rPr sz="2000">
                <a:solidFill>
                  <a:srgbClr val="222222"/>
                </a:solidFill>
              </a:rPr>
              <a:t>: nothing to forget, no view to bypass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Correctness, concurrency,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Computed, never stored: stock and eligibility derived from rows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select_for_update + status re-checks: </a:t>
            </a:r>
            <a:r>
              <a:rPr sz="2000" b="1">
                <a:solidFill>
                  <a:srgbClr val="222222"/>
                </a:solidFill>
              </a:rPr>
              <a:t>a bag cannot be issued twice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Reservations pinned to their request — two requests never share a bag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Every mandated action writes an audit row that survives deletion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Evidence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1:00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228 tests</a:t>
            </a:r>
            <a:r>
              <a:rPr sz="2000">
                <a:solidFill>
                  <a:srgbClr val="222222"/>
                </a:solidFill>
              </a:rPr>
              <a:t>, incl. a full end-to-end walkthrough over real HTTP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Covers: race safety, reservation isolation, TTI gate, privacy partitions, session timeout, every page for every role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Privacy: gated ID streaming · role-scoped querysets · 15-min idle sessions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Graceful degradation: retrying SMTP, swappable SMS (SasuSync / Africa's Talking)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9509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A4161A"/>
                </a:solidFill>
              </a:rPr>
              <a:t>Honest limits, roadmap,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424160" y="5029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>
                <a:solidFill>
                  <a:srgbClr val="6B6B6B"/>
                </a:solidFill>
              </a:rPr>
              <a:t>0:30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25880"/>
            <a:ext cx="10881360" cy="32004"/>
          </a:xfrm>
          <a:prstGeom prst="rect">
            <a:avLst/>
          </a:prstGeom>
          <a:solidFill>
            <a:srgbClr val="A416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Next: adverse-reaction reporting · donor-deferral registry · inter-hospital transfer · PostgreSQL deployment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>
                <a:solidFill>
                  <a:srgbClr val="222222"/>
                </a:solidFill>
              </a:rPr>
              <a:t>Known scope cuts: component processing, multi-country (deliberate)</a:t>
            </a:r>
          </a:p>
          <a:p>
            <a:pPr>
              <a:spcAft>
                <a:spcPts val="1400"/>
              </a:spcAft>
            </a:pPr>
            <a:r>
              <a:rPr sz="2000" b="1">
                <a:solidFill>
                  <a:srgbClr val="A4161A"/>
                </a:solidFill>
              </a:rPr>
              <a:t>•  </a:t>
            </a:r>
            <a:r>
              <a:rPr sz="2000" b="1">
                <a:solidFill>
                  <a:srgbClr val="222222"/>
                </a:solidFill>
              </a:rPr>
              <a:t>"CBODS connects the people who give with the people who need — safely, accountably, and verifiably."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6B6B6B"/>
                </a:solidFill>
              </a:rPr>
              <a:t>CBODS — Centralised Blood &amp; Organ Donation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>
                <a:solidFill>
                  <a:srgbClr val="6B6B6B"/>
                </a:solidFill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